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CC421-4359-4E42-AB61-362332258ADB}" v="3" dt="2026-09-08T21:53:57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asz Graff" userId="4c796784-cda6-42b5-93a0-5dbc1439c609" providerId="ADAL" clId="{CDF110CF-E99A-43E7-876E-6CA8AC3234C7}"/>
    <pc:docChg chg="addSld modSld">
      <pc:chgData name="Lukasz Graff" userId="4c796784-cda6-42b5-93a0-5dbc1439c609" providerId="ADAL" clId="{CDF110CF-E99A-43E7-876E-6CA8AC3234C7}" dt="2026-09-08T21:53:57.431" v="2"/>
      <pc:docMkLst>
        <pc:docMk/>
      </pc:docMkLst>
      <pc:sldChg chg="modSp add">
        <pc:chgData name="Lukasz Graff" userId="4c796784-cda6-42b5-93a0-5dbc1439c609" providerId="ADAL" clId="{CDF110CF-E99A-43E7-876E-6CA8AC3234C7}" dt="2026-09-08T21:52:01.067" v="1"/>
        <pc:sldMkLst>
          <pc:docMk/>
          <pc:sldMk cId="1901562911" sldId="260"/>
        </pc:sldMkLst>
        <pc:spChg chg="mod">
          <ac:chgData name="Lukasz Graff" userId="4c796784-cda6-42b5-93a0-5dbc1439c609" providerId="ADAL" clId="{CDF110CF-E99A-43E7-876E-6CA8AC3234C7}" dt="2026-09-08T21:52:01.067" v="1"/>
          <ac:spMkLst>
            <pc:docMk/>
            <pc:sldMk cId="1901562911" sldId="260"/>
            <ac:spMk id="9" creationId="{78A6F38E-CF86-65F1-FAF2-6B7FB4E76ACC}"/>
          </ac:spMkLst>
        </pc:spChg>
      </pc:sldChg>
      <pc:sldChg chg="add">
        <pc:chgData name="Lukasz Graff" userId="4c796784-cda6-42b5-93a0-5dbc1439c609" providerId="ADAL" clId="{CDF110CF-E99A-43E7-876E-6CA8AC3234C7}" dt="2026-09-08T21:53:57.431" v="2"/>
        <pc:sldMkLst>
          <pc:docMk/>
          <pc:sldMk cId="516741766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31A8-220A-4E3C-B74F-FBFF9A3ED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952DB-2B91-CDF8-7652-73413488B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C6A90-7282-57C9-A1BC-A3FF0C23C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6122-9B45-45D8-9222-A9486A7D1A4F}" type="datetimeFigureOut">
              <a:rPr lang="LID4096" smtClean="0"/>
              <a:t>09/08/2026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ADB9A-D536-DA1E-EB8B-5981DDEC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054C9-4B17-B5F6-44C4-A40412A31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A69AE-FD65-4CBB-B4AA-57D12A8998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5292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47ABD-D204-1C80-B09A-31C859530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67ED-93F3-E545-7169-C81A000B4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016CF-7305-DEE4-9864-EBA0D7D1C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6122-9B45-45D8-9222-A9486A7D1A4F}" type="datetimeFigureOut">
              <a:rPr lang="LID4096" smtClean="0"/>
              <a:t>09/08/2026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6597-CA7F-F81B-86C1-9818A96E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513DE-6080-7544-B31F-4B03A379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A69AE-FD65-4CBB-B4AA-57D12A8998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2734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DF56-CFBA-87E9-BBD4-188E6D50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F4066-10A3-3E5D-C500-C36FE562B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90CB0-64E6-5316-20C1-A0F0A5132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6122-9B45-45D8-9222-A9486A7D1A4F}" type="datetimeFigureOut">
              <a:rPr lang="LID4096" smtClean="0"/>
              <a:t>09/08/2026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3F75E-BC7E-C299-6EBD-4CB0DDA3F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E8703-BBD9-1E1B-A0E2-6061803C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A69AE-FD65-4CBB-B4AA-57D12A8998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67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887AA-96BC-D06B-A748-B56E01DA4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64FD-1965-D8ED-9D41-020137B7CE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13AF0-CCD4-2245-EBEA-7E6DB0A55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706BE-1442-00E3-2658-9C019A57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6122-9B45-45D8-9222-A9486A7D1A4F}" type="datetimeFigureOut">
              <a:rPr lang="LID4096" smtClean="0"/>
              <a:t>09/08/2026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49BBD-6E8D-2492-0DCF-9E01C0F72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61E79-B68C-1231-9568-C8DBCC44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A69AE-FD65-4CBB-B4AA-57D12A8998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8513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3C284-4ADA-3739-9599-0A13EE616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FF7BB-9240-3325-7D76-5F8FD6609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ABA58-CFC3-B2D4-88E1-8D6A7D394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D9578F-FEA1-0BC1-058F-A662900D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B7702-D4D0-7C8A-902F-4301C985B4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210D0F-524D-4866-8886-03E575766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6122-9B45-45D8-9222-A9486A7D1A4F}" type="datetimeFigureOut">
              <a:rPr lang="LID4096" smtClean="0"/>
              <a:t>09/08/2026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B13F3-8089-5C1E-773C-56206686F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888C6-DD3C-93F5-3463-84FDC664B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A69AE-FD65-4CBB-B4AA-57D12A8998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2084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8B15F-CAAA-355E-50F0-6A1D53C4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D2AF0-4469-D2AC-61DF-191E7D5E2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6122-9B45-45D8-9222-A9486A7D1A4F}" type="datetimeFigureOut">
              <a:rPr lang="LID4096" smtClean="0"/>
              <a:t>09/08/2026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6C937-8088-33DA-3DA7-AB92584F5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C42ED-D386-46E7-507A-9E066A1D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A69AE-FD65-4CBB-B4AA-57D12A8998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58721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398BD-2045-B8CF-38C3-053E1EF35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6122-9B45-45D8-9222-A9486A7D1A4F}" type="datetimeFigureOut">
              <a:rPr lang="LID4096" smtClean="0"/>
              <a:t>09/08/2026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0414BE-09FB-DF43-3249-220E9B438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11E55-A4AA-CD0B-7A6F-70E660EF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A69AE-FD65-4CBB-B4AA-57D12A8998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22438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521EA-34E4-E32E-8D91-196C51C7C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7AE2C-7C37-5B8A-CAC4-51DAED778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3A3AA-ACB9-55D4-AF9B-B7CDAA86F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4C8BB-B12F-31D2-F19B-054B3A097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6122-9B45-45D8-9222-A9486A7D1A4F}" type="datetimeFigureOut">
              <a:rPr lang="LID4096" smtClean="0"/>
              <a:t>09/08/2026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709F3-DC53-620B-8E29-BCBDD7BE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F111B-4014-AE1A-5D68-2300B7EF1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A69AE-FD65-4CBB-B4AA-57D12A8998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072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57CD7-F468-A7AF-33B4-185B9C191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D7E232-7356-A4E1-F4D9-518A43576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6D63D-4D09-A23B-A886-F8B30DEDA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16466-3F4F-F8EF-A3A9-AC64E83D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6122-9B45-45D8-9222-A9486A7D1A4F}" type="datetimeFigureOut">
              <a:rPr lang="LID4096" smtClean="0"/>
              <a:t>09/08/2026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B68E8-E42A-3CFB-A579-E243FD0C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56190-1EFA-23B4-148B-50D0855A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A69AE-FD65-4CBB-B4AA-57D12A8998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2431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9E118-A00A-E61C-78D4-4C135F7C0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0BBAE-B3F4-2011-94CF-F163A4473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95A25-802E-9F26-DC79-3DAED1D7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6122-9B45-45D8-9222-A9486A7D1A4F}" type="datetimeFigureOut">
              <a:rPr lang="LID4096" smtClean="0"/>
              <a:t>09/08/2026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AB7B6-135E-6ADB-3435-3F588564C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A2A1D-5DEF-77E7-04A1-96509CC88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A69AE-FD65-4CBB-B4AA-57D12A8998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51949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A04D87-E2ED-6E6B-6839-6C5B2B6BD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38529-8D94-A877-38B8-AFF3491F6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4FC2-CD44-9C93-E8D6-E053DF38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6122-9B45-45D8-9222-A9486A7D1A4F}" type="datetimeFigureOut">
              <a:rPr lang="LID4096" smtClean="0"/>
              <a:t>09/08/2026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23B2C-2740-F8C3-CAE8-746979C6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B9278-234F-2434-B45F-89BC4ACBD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A69AE-FD65-4CBB-B4AA-57D12A8998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181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C51BB3-A416-67A8-CF97-1F3DA879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E6B30-8CDC-3DB9-3DED-802C592CD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86D2A-C9DE-6244-8B45-0BB864F73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9D6122-9B45-45D8-9222-A9486A7D1A4F}" type="datetimeFigureOut">
              <a:rPr lang="LID4096" smtClean="0"/>
              <a:t>09/08/2026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9183A-1C11-D39B-CB32-1A3532086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073ED-0135-58AF-F6AC-50F87F2A6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A69AE-FD65-4CBB-B4AA-57D12A8998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13374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A23A6-0806-EA16-EE0E-EF7BFD36C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" dirty="0">
                <a:solidFill>
                  <a:schemeClr val="accent6">
                    <a:lumMod val="75000"/>
                  </a:schemeClr>
                </a:solidFill>
              </a:rPr>
              <a:t>Structured Pruning of Multilingual Translation LLM</a:t>
            </a:r>
            <a:r>
              <a:rPr lang="pl-PL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endParaRPr lang="LID4096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F7675-FAE7-5FE5-5EF4-8F0771BE3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29470"/>
            <a:ext cx="9144000" cy="1655762"/>
          </a:xfrm>
        </p:spPr>
        <p:txBody>
          <a:bodyPr/>
          <a:lstStyle/>
          <a:p>
            <a:r>
              <a:rPr lang="" dirty="0"/>
              <a:t>ALMA-7B is one multilingual model trained across 5 language pairs </a:t>
            </a:r>
            <a:r>
              <a:rPr lang="pl-PL" dirty="0"/>
              <a:t>and</a:t>
            </a:r>
            <a:r>
              <a:rPr lang="" dirty="0"/>
              <a:t> 10 translation directions.</a:t>
            </a:r>
            <a:r>
              <a:rPr lang="pl-PL" dirty="0"/>
              <a:t> </a:t>
            </a:r>
            <a:r>
              <a:rPr lang="" dirty="0"/>
              <a:t>We want to investigate whether it can be compressed into smaller </a:t>
            </a:r>
            <a:r>
              <a:rPr lang="pl-PL" b="1" dirty="0"/>
              <a:t>multi-directional</a:t>
            </a:r>
            <a:r>
              <a:rPr lang="pl-PL" dirty="0"/>
              <a:t> or </a:t>
            </a:r>
            <a:r>
              <a:rPr lang="pl-PL" b="1" dirty="0"/>
              <a:t>p</a:t>
            </a:r>
            <a:r>
              <a:rPr lang="" b="1" dirty="0"/>
              <a:t>air-specific </a:t>
            </a:r>
            <a:r>
              <a:rPr lang="" dirty="0"/>
              <a:t>subnetworks using structured pruning.</a:t>
            </a:r>
            <a:endParaRPr lang="LID4096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24FA9F-3012-9345-21C3-380644AA6A26}"/>
              </a:ext>
            </a:extLst>
          </p:cNvPr>
          <p:cNvCxnSpPr>
            <a:cxnSpLocks/>
          </p:cNvCxnSpPr>
          <p:nvPr/>
        </p:nvCxnSpPr>
        <p:spPr>
          <a:xfrm>
            <a:off x="1030224" y="3509963"/>
            <a:ext cx="10131552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819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6E64B5-CD85-4D36-0EF6-58361A8C7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r>
              <a:rPr lang="pl-PL" dirty="0">
                <a:solidFill>
                  <a:schemeClr val="accent6">
                    <a:lumMod val="75000"/>
                  </a:schemeClr>
                </a:solidFill>
              </a:rPr>
              <a:t>Research Questions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527A15-0E55-BD40-EB66-6B23C415B3C6}"/>
              </a:ext>
            </a:extLst>
          </p:cNvPr>
          <p:cNvCxnSpPr>
            <a:cxnSpLocks/>
          </p:cNvCxnSpPr>
          <p:nvPr/>
        </p:nvCxnSpPr>
        <p:spPr>
          <a:xfrm>
            <a:off x="667322" y="1399629"/>
            <a:ext cx="7876412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B91C10E-A244-0916-D468-D100ABC1DCAD}"/>
              </a:ext>
            </a:extLst>
          </p:cNvPr>
          <p:cNvSpPr txBox="1"/>
          <p:nvPr/>
        </p:nvSpPr>
        <p:spPr>
          <a:xfrm>
            <a:off x="838200" y="1690688"/>
            <a:ext cx="95951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" b="1" dirty="0"/>
              <a:t>RQ1</a:t>
            </a:r>
            <a:r>
              <a:rPr lang="pl-PL" b="1" dirty="0"/>
              <a:t>:</a:t>
            </a:r>
            <a:r>
              <a:rPr lang="" b="1" dirty="0"/>
              <a:t> Compressibility &amp; Repair</a:t>
            </a:r>
            <a:br>
              <a:rPr lang="" dirty="0"/>
            </a:br>
            <a:r>
              <a:rPr lang="" dirty="0"/>
              <a:t>How much can ALMA be structurally pruned while retaining translation quality, and does pair-specific pruning allow greater compression than multi-directional pruning?</a:t>
            </a:r>
            <a:r>
              <a:rPr lang="pl-PL" dirty="0"/>
              <a:t> </a:t>
            </a:r>
            <a:r>
              <a:rPr lang="" dirty="0"/>
              <a:t>How much performance can lightweight LoRA repair recover after pruning?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" b="1" dirty="0"/>
              <a:t>RQ2</a:t>
            </a:r>
            <a:r>
              <a:rPr lang="pl-PL" b="1" dirty="0"/>
              <a:t>:</a:t>
            </a:r>
            <a:r>
              <a:rPr lang="" b="1" dirty="0"/>
              <a:t> Cross-language Robustness:</a:t>
            </a:r>
            <a:br>
              <a:rPr lang="" dirty="0"/>
            </a:br>
            <a:r>
              <a:rPr lang="" dirty="0"/>
              <a:t>How does multi-directional structured pruning affect different translation directions, and are lower-resource directions more vulnerable to compression and/or harder to repair?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" b="1" dirty="0"/>
              <a:t>RQ3</a:t>
            </a:r>
            <a:r>
              <a:rPr lang="pl-PL" b="1" dirty="0"/>
              <a:t>:</a:t>
            </a:r>
            <a:r>
              <a:rPr lang="" b="1" dirty="0"/>
              <a:t> Subnetwork Specialization &amp; Transfer:</a:t>
            </a:r>
            <a:br>
              <a:rPr lang="" dirty="0"/>
            </a:br>
            <a:r>
              <a:rPr lang="" dirty="0"/>
              <a:t>How much do pair-specific structured subnetworks overlap, and how well do subnetworks pruned for one language pair transfer to other language pairs?</a:t>
            </a:r>
          </a:p>
        </p:txBody>
      </p:sp>
    </p:spTree>
    <p:extLst>
      <p:ext uri="{BB962C8B-B14F-4D97-AF65-F5344CB8AC3E}">
        <p14:creationId xmlns:p14="http://schemas.microsoft.com/office/powerpoint/2010/main" val="2696067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E22A1-E5F2-0BB7-DACE-3B8E0B616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6F26E3-BE2E-A8F0-7C5B-62DC2DD87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r>
              <a:rPr lang="pl-PL" dirty="0">
                <a:solidFill>
                  <a:schemeClr val="accent6">
                    <a:lumMod val="75000"/>
                  </a:schemeClr>
                </a:solidFill>
              </a:rPr>
              <a:t>Model, Data &amp; Benchmarks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4408D7-4CD9-4062-F8E8-41E909C4851C}"/>
              </a:ext>
            </a:extLst>
          </p:cNvPr>
          <p:cNvCxnSpPr>
            <a:cxnSpLocks/>
          </p:cNvCxnSpPr>
          <p:nvPr/>
        </p:nvCxnSpPr>
        <p:spPr>
          <a:xfrm>
            <a:off x="667322" y="1399629"/>
            <a:ext cx="7876412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93D6CC3-C97F-9340-52BC-A19EA78E3063}"/>
              </a:ext>
            </a:extLst>
          </p:cNvPr>
          <p:cNvSpPr txBox="1"/>
          <p:nvPr/>
        </p:nvSpPr>
        <p:spPr>
          <a:xfrm>
            <a:off x="838200" y="1502688"/>
            <a:ext cx="9595104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Model</a:t>
            </a:r>
            <a:r>
              <a:rPr lang="pl-PL" b="1" dirty="0"/>
              <a:t>: </a:t>
            </a:r>
            <a:r>
              <a:rPr lang="en-US" dirty="0"/>
              <a:t>ALMA-7B, fully fine-tuned for machine translation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Supported directions:</a:t>
            </a:r>
            <a:r>
              <a:rPr lang="pl-PL" b="1" dirty="0"/>
              <a:t> </a:t>
            </a:r>
            <a:r>
              <a:rPr lang="en-US" dirty="0"/>
              <a:t>En ↔ De, Cs, Is, Ru, </a:t>
            </a:r>
            <a:r>
              <a:rPr lang="en-US" dirty="0" err="1"/>
              <a:t>Zh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Pruning &amp; Repair Data</a:t>
            </a:r>
            <a:r>
              <a:rPr lang="pl-PL" b="1" dirty="0"/>
              <a:t>: </a:t>
            </a:r>
            <a:r>
              <a:rPr lang="en-US" dirty="0"/>
              <a:t>ALMA Human Parallel training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Initial plan: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Multi-directional pruning: balanced calibration data across all 10 directions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Pair-specific pruning: calibration data from one language pair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LoRA</a:t>
            </a:r>
            <a:r>
              <a:rPr lang="en-US" dirty="0"/>
              <a:t> repair: parallel training data from the corresponding directions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Evaluation</a:t>
            </a:r>
            <a:r>
              <a:rPr lang="pl-PL" b="1" dirty="0"/>
              <a:t>:</a:t>
            </a: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WMT21: English ↔ Icelandic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WMT22: English ↔ German, Czech, Russian, Chinese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Potentially FLORES-200 as an additional common multilingual benchmark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Metrics</a:t>
            </a:r>
            <a:r>
              <a:rPr lang="pl-PL" b="1" dirty="0"/>
              <a:t>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COMET</a:t>
            </a:r>
            <a:r>
              <a:rPr lang="pl-PL" dirty="0"/>
              <a:t>, </a:t>
            </a:r>
            <a:r>
              <a:rPr lang="en-US" dirty="0" err="1"/>
              <a:t>chrF</a:t>
            </a:r>
            <a:r>
              <a:rPr lang="en-US" dirty="0"/>
              <a:t> / BLEU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dirty="0"/>
              <a:t>Sparsity, efficiency (latency, memory)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00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DA845-A8EF-FDE5-8E71-3F77FED6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0EB530-4914-585F-4363-279713CDE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Pruning </a:t>
            </a:r>
            <a:r>
              <a:rPr lang="pl-PL" dirty="0">
                <a:solidFill>
                  <a:schemeClr val="accent6">
                    <a:lumMod val="75000"/>
                  </a:schemeClr>
                </a:solidFill>
              </a:rPr>
              <a:t>Approach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6B4A95-DF24-BCFD-87A9-4D75C59330BB}"/>
              </a:ext>
            </a:extLst>
          </p:cNvPr>
          <p:cNvCxnSpPr>
            <a:cxnSpLocks/>
          </p:cNvCxnSpPr>
          <p:nvPr/>
        </p:nvCxnSpPr>
        <p:spPr>
          <a:xfrm>
            <a:off x="667322" y="1399629"/>
            <a:ext cx="7876412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9156790-95A0-1D2B-F7B3-32D9300C7D48}"/>
              </a:ext>
            </a:extLst>
          </p:cNvPr>
          <p:cNvSpPr txBox="1"/>
          <p:nvPr/>
        </p:nvSpPr>
        <p:spPr>
          <a:xfrm>
            <a:off x="838200" y="1502688"/>
            <a:ext cx="959510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</a:t>
            </a:r>
            <a:r>
              <a:rPr lang="en-US" b="1" dirty="0"/>
              <a:t>structured </a:t>
            </a:r>
            <a:r>
              <a:rPr lang="en-US" dirty="0"/>
              <a:t>pruning?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components are physically removed from the model</a:t>
            </a:r>
          </a:p>
          <a:p>
            <a:pPr lvl="1"/>
            <a:r>
              <a:rPr lang="en-US" dirty="0"/>
              <a:t>→    yields real memory and latency gains</a:t>
            </a:r>
          </a:p>
          <a:p>
            <a:pPr lvl="1"/>
            <a:r>
              <a:rPr lang="en-US" dirty="0"/>
              <a:t>→    makes overlap analysis easier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Potential pruning targets: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FFN intermediate channels?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Attention heads?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Whole transformer layers?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Combination of these?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Repair: </a:t>
            </a:r>
            <a:r>
              <a:rPr lang="en-US" dirty="0"/>
              <a:t>after pruning, we apply lightweight </a:t>
            </a:r>
            <a:r>
              <a:rPr lang="en-US" dirty="0" err="1"/>
              <a:t>LoRA</a:t>
            </a:r>
            <a:r>
              <a:rPr lang="en-US" dirty="0"/>
              <a:t> repair and measure how much translation quality can be recovered.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evaluate several compression levels to estimate the quality-compression trade-off.</a:t>
            </a:r>
          </a:p>
        </p:txBody>
      </p:sp>
    </p:spTree>
    <p:extLst>
      <p:ext uri="{BB962C8B-B14F-4D97-AF65-F5344CB8AC3E}">
        <p14:creationId xmlns:p14="http://schemas.microsoft.com/office/powerpoint/2010/main" val="9855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73C8-E1BA-FCCB-48CF-CCBF0E91F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807B56-4456-97E3-39A8-217622565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Preliminary Timeline</a:t>
            </a:r>
            <a:endParaRPr lang="pl-PL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8752E0-2562-2E2A-C2BD-8996198C8045}"/>
              </a:ext>
            </a:extLst>
          </p:cNvPr>
          <p:cNvCxnSpPr>
            <a:cxnSpLocks/>
          </p:cNvCxnSpPr>
          <p:nvPr/>
        </p:nvCxnSpPr>
        <p:spPr>
          <a:xfrm>
            <a:off x="667322" y="1399629"/>
            <a:ext cx="7876412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A6F38E-CF86-65F1-FAF2-6B7FB4E76ACC}"/>
              </a:ext>
            </a:extLst>
          </p:cNvPr>
          <p:cNvSpPr txBox="1"/>
          <p:nvPr/>
        </p:nvSpPr>
        <p:spPr>
          <a:xfrm>
            <a:off x="838200" y="1502688"/>
            <a:ext cx="95951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 2: Research and codebase foundations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 3: Implement pruning and repair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 4: Collect and analyze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 5: Investigate overlap/transfer</a:t>
            </a:r>
          </a:p>
        </p:txBody>
      </p:sp>
    </p:spTree>
    <p:extLst>
      <p:ext uri="{BB962C8B-B14F-4D97-AF65-F5344CB8AC3E}">
        <p14:creationId xmlns:p14="http://schemas.microsoft.com/office/powerpoint/2010/main" val="1901562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4A751-BD7B-906B-1CF7-CD51315AD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821AF05-6F75-0088-B960-985FE35FE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Questions</a:t>
            </a:r>
            <a:endParaRPr lang="pl-PL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1386DE-E1BA-C0A7-03F2-08363E642678}"/>
              </a:ext>
            </a:extLst>
          </p:cNvPr>
          <p:cNvCxnSpPr>
            <a:cxnSpLocks/>
          </p:cNvCxnSpPr>
          <p:nvPr/>
        </p:nvCxnSpPr>
        <p:spPr>
          <a:xfrm>
            <a:off x="667322" y="1399629"/>
            <a:ext cx="7876412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EC36E3F-F2A0-DC10-4C8D-838A0AF58322}"/>
              </a:ext>
            </a:extLst>
          </p:cNvPr>
          <p:cNvSpPr txBox="1"/>
          <p:nvPr/>
        </p:nvSpPr>
        <p:spPr>
          <a:xfrm>
            <a:off x="838200" y="1502688"/>
            <a:ext cx="95951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the scope sufficient and novel enough?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pruning strategy would you recommend?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many SBUs will be available per group?</a:t>
            </a:r>
          </a:p>
        </p:txBody>
      </p:sp>
    </p:spTree>
    <p:extLst>
      <p:ext uri="{BB962C8B-B14F-4D97-AF65-F5344CB8AC3E}">
        <p14:creationId xmlns:p14="http://schemas.microsoft.com/office/powerpoint/2010/main" val="516741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01095EFBC36B4A883E8FB273DAEAE8" ma:contentTypeVersion="5" ma:contentTypeDescription="Een nieuw document maken." ma:contentTypeScope="" ma:versionID="0a30fb35abb40e762ae3b29959f3e64d">
  <xsd:schema xmlns:xsd="http://www.w3.org/2001/XMLSchema" xmlns:xs="http://www.w3.org/2001/XMLSchema" xmlns:p="http://schemas.microsoft.com/office/2006/metadata/properties" xmlns:ns3="eaaeb4b3-1210-427c-b38b-75b700d76d70" targetNamespace="http://schemas.microsoft.com/office/2006/metadata/properties" ma:root="true" ma:fieldsID="6b5b09e8133354b236a9710e0dc5e483" ns3:_="">
    <xsd:import namespace="eaaeb4b3-1210-427c-b38b-75b700d76d7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aeb4b3-1210-427c-b38b-75b700d76d7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aaeb4b3-1210-427c-b38b-75b700d76d70" xsi:nil="true"/>
  </documentManagement>
</p:properties>
</file>

<file path=customXml/itemProps1.xml><?xml version="1.0" encoding="utf-8"?>
<ds:datastoreItem xmlns:ds="http://schemas.openxmlformats.org/officeDocument/2006/customXml" ds:itemID="{3AF45BC6-9B56-465F-A18C-5FACE6206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aeb4b3-1210-427c-b38b-75b700d76d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E2F902-6F03-4BA3-9850-FB5CF1682D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F2E29A-3DA1-41F5-970C-9955563620D1}">
  <ds:schemaRefs>
    <ds:schemaRef ds:uri="http://schemas.microsoft.com/office/2006/documentManagement/types"/>
    <ds:schemaRef ds:uri="http://purl.org/dc/elements/1.1/"/>
    <ds:schemaRef ds:uri="eaaeb4b3-1210-427c-b38b-75b700d76d70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388</Words>
  <Application>Microsoft Office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Structured Pruning of Multilingual Translation LLMs</vt:lpstr>
      <vt:lpstr>Research Questions</vt:lpstr>
      <vt:lpstr>Model, Data &amp; Benchmarks</vt:lpstr>
      <vt:lpstr>Pruning Approach</vt:lpstr>
      <vt:lpstr>Preliminary Timeline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Lukasz Graff</dc:creator>
  <cp:lastModifiedBy>Lukasz Graff</cp:lastModifiedBy>
  <cp:revision>1</cp:revision>
  <dcterms:created xsi:type="dcterms:W3CDTF">2026-09-08T21:36:34Z</dcterms:created>
  <dcterms:modified xsi:type="dcterms:W3CDTF">2026-09-08T21:55:32Z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0x0101008301095EFBC36B4A883E8FB273DAEAE8</vt:lpwstr>
  </property>
</Properties>
</file>